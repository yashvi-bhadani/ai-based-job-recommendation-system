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Inter Bold" charset="1" panose="02000503000000020004"/>
      <p:regular r:id="rId15"/>
    </p:embeddedFont>
    <p:embeddedFont>
      <p:font typeface="Inter" charset="1" panose="0200050300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21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87771" y="761848"/>
            <a:ext cx="7055644" cy="91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AI Job Matcher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7771" y="1765697"/>
            <a:ext cx="9024042" cy="45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AI-Based Job Recommendation System for Students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7771" y="2561187"/>
            <a:ext cx="9454458" cy="53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Project Review – 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7771" y="3327502"/>
            <a:ext cx="9454458" cy="53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SGP Project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7771" y="5310483"/>
            <a:ext cx="9454458" cy="98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Team Members:</a:t>
            </a:r>
          </a:p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[Your Name(s)]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7771" y="6527159"/>
            <a:ext cx="9454458" cy="98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Guide/Supervisor:</a:t>
            </a:r>
          </a:p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[Guide Name]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7771" y="8960491"/>
            <a:ext cx="9454458" cy="53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Date: 31/01/2026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120083"/>
            <a:ext cx="16303523" cy="2886970"/>
            <a:chOff x="0" y="0"/>
            <a:chExt cx="21738031" cy="3849294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1738082" cy="3849243"/>
            </a:xfrm>
            <a:custGeom>
              <a:avLst/>
              <a:gdLst/>
              <a:ahLst/>
              <a:cxnLst/>
              <a:rect r="r" b="b" t="t" l="l"/>
              <a:pathLst>
                <a:path h="3849243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3849243"/>
                  </a:lnTo>
                  <a:lnTo>
                    <a:pt x="0" y="3849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" t="0" r="-25" b="-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4403674"/>
            <a:ext cx="13371614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Overview &amp; 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6007894"/>
            <a:ext cx="5052717" cy="55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is AI Job Matcher?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756349"/>
            <a:ext cx="780589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web-based platform for resume-based job matching and personalized recommendations.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7918694"/>
            <a:ext cx="780589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Target Users: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Students and Admins</a:t>
            </a:r>
          </a:p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Domain:</a:t>
            </a: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Career Technology + Web Development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99397" y="6007894"/>
            <a:ext cx="4252912" cy="55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Problems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9397" y="6756349"/>
            <a:ext cx="7805890" cy="144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Difficulty matching skills to job opportunities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Manual job search is time-consuming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Lack of AI-driven personalized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81370" y="775697"/>
            <a:ext cx="11505609" cy="8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Objectives &amp; 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1370" y="1753191"/>
            <a:ext cx="4206183" cy="55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2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Objectives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1370" y="2637682"/>
            <a:ext cx="16325259" cy="142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00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Build a resume-based job matching platform</a:t>
            </a:r>
          </a:p>
          <a:p>
            <a:pPr algn="l" marL="329902" indent="-164951" lvl="1">
              <a:lnSpc>
                <a:spcPts val="3500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Provide personalized recommendations to students</a:t>
            </a:r>
          </a:p>
          <a:p>
            <a:pPr algn="l" marL="329902" indent="-164951" lvl="1">
              <a:lnSpc>
                <a:spcPts val="3500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 student dashboard and admin panel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1370" y="4449423"/>
            <a:ext cx="4221804" cy="55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2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System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1370" y="5333905"/>
            <a:ext cx="16325259" cy="187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00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React-based single-page application</a:t>
            </a:r>
          </a:p>
          <a:p>
            <a:pPr algn="l" marL="329902" indent="-164951" lvl="1">
              <a:lnSpc>
                <a:spcPts val="3500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Component-based UI with React Router navigation</a:t>
            </a:r>
          </a:p>
          <a:p>
            <a:pPr algn="l" marL="329902" indent="-164951" lvl="1">
              <a:lnSpc>
                <a:spcPts val="3500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LocalStorage for data persistence</a:t>
            </a:r>
          </a:p>
          <a:p>
            <a:pPr algn="l" marL="329902" indent="-164951" lvl="1">
              <a:lnSpc>
                <a:spcPts val="3500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Rule-based job matching logic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1370" y="7591854"/>
            <a:ext cx="4286098" cy="55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2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Implementation Flow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1370" y="8476336"/>
            <a:ext cx="16325259" cy="531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 Registration → Login → Dashboard → Resume Upload → Job Listing → Recommendations → Admin Panel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0003" y="829418"/>
            <a:ext cx="8792023" cy="86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Progress – Review 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0003" y="1779984"/>
            <a:ext cx="4029075" cy="522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2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Completed Modules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0003" y="2598391"/>
            <a:ext cx="16408003" cy="217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 UI Design &amp; Authentication System</a:t>
            </a:r>
          </a:p>
          <a:p>
            <a:pPr algn="l" marL="311051" indent="-155525" lvl="1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 Student Dashboard &amp; Resume Upload</a:t>
            </a:r>
          </a:p>
          <a:p>
            <a:pPr algn="l" marL="311051" indent="-155525" lvl="1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 Job Listings &amp; Filtering System</a:t>
            </a:r>
          </a:p>
          <a:p>
            <a:pPr algn="l" marL="311051" indent="-155525" lvl="1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 Admin Panel &amp; User Management</a:t>
            </a:r>
          </a:p>
          <a:p>
            <a:pPr algn="l" marL="311051" indent="-155525" lvl="1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 Navigation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0003" y="5139004"/>
            <a:ext cx="4029075" cy="522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2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Status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003" y="5957411"/>
            <a:ext cx="16408003" cy="922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All planned modules implemented and functional. System demonstrates complete frontend implementation with protected routes, data persistence, and seamless navigation.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0003" y="7242696"/>
            <a:ext cx="5240836" cy="522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2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Features Implemented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0003" y="8061103"/>
            <a:ext cx="16408003" cy="922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Student: Registration, Dashboard, Resume Upload, Job Listings, Filters, Recommendations</a:t>
            </a:r>
          </a:p>
          <a:p>
            <a:pPr algn="l" marL="311051" indent="-155525" lvl="1">
              <a:lnSpc>
                <a:spcPts val="3249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Admin: Dashboard, Job Management, User Management, Analytics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98652" y="960101"/>
            <a:ext cx="5879154" cy="339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Future Scope &amp; Next Phase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8536" y="2067296"/>
            <a:ext cx="2441819" cy="12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312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Backend &amp; Data Layer: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8652" y="2658694"/>
            <a:ext cx="12341571" cy="88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18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Backend development using Node.js &amp; Express</a:t>
            </a:r>
          </a:p>
          <a:p>
            <a:pPr algn="l" marL="311051" indent="-155525" lvl="1">
              <a:lnSpc>
                <a:spcPts val="1812"/>
              </a:lnSpc>
            </a:pPr>
          </a:p>
          <a:p>
            <a:pPr algn="l" marL="311051" indent="-155525" lvl="1">
              <a:lnSpc>
                <a:spcPts val="18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REST API integration for secure data communication</a:t>
            </a:r>
          </a:p>
          <a:p>
            <a:pPr algn="l" marL="311051" indent="-155525" lvl="1">
              <a:lnSpc>
                <a:spcPts val="1812"/>
              </a:lnSpc>
            </a:pPr>
          </a:p>
          <a:p>
            <a:pPr algn="l" marL="311051" indent="-155525" lvl="1">
              <a:lnSpc>
                <a:spcPts val="18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Database integration using MongoDB / PostgreSQL</a:t>
            </a:r>
          </a:p>
          <a:p>
            <a:pPr algn="l" marL="311051" indent="-155525" lvl="1">
              <a:lnSpc>
                <a:spcPts val="1812"/>
              </a:lnSpc>
            </a:pPr>
          </a:p>
          <a:p>
            <a:pPr algn="l" marL="311051" indent="-155525" lvl="1">
              <a:lnSpc>
                <a:spcPts val="18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Cloud-based data storage and synchronization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1596" y="5379663"/>
            <a:ext cx="2235698" cy="12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312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AI &amp; Intelligence: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8652" y="6298397"/>
            <a:ext cx="12341571" cy="88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18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Resume parsing using NLP techniques</a:t>
            </a:r>
          </a:p>
          <a:p>
            <a:pPr algn="l" marL="311051" indent="-155525" lvl="1">
              <a:lnSpc>
                <a:spcPts val="1812"/>
              </a:lnSpc>
            </a:pPr>
          </a:p>
          <a:p>
            <a:pPr algn="l" marL="311051" indent="-155525" lvl="1">
              <a:lnSpc>
                <a:spcPts val="18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Skill extraction using machine learning models</a:t>
            </a:r>
          </a:p>
          <a:p>
            <a:pPr algn="l" marL="311051" indent="-155525" lvl="1">
              <a:lnSpc>
                <a:spcPts val="1812"/>
              </a:lnSpc>
            </a:pPr>
          </a:p>
          <a:p>
            <a:pPr algn="l" marL="311051" indent="-155525" lvl="1">
              <a:lnSpc>
                <a:spcPts val="18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Intelligent job matching &amp; ranking algorithms</a:t>
            </a:r>
          </a:p>
          <a:p>
            <a:pPr algn="l" marL="311051" indent="-155525" lvl="1">
              <a:lnSpc>
                <a:spcPts val="1812"/>
              </a:lnSpc>
            </a:pPr>
          </a:p>
          <a:p>
            <a:pPr algn="l" marL="311051" indent="-155525" lvl="1">
              <a:lnSpc>
                <a:spcPts val="18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Predictive recommendation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33512" y="2067296"/>
            <a:ext cx="2681288" cy="12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312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Security Enhancements: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33512" y="2658694"/>
            <a:ext cx="12341571" cy="88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18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Role-based access control (RBAC)</a:t>
            </a:r>
          </a:p>
          <a:p>
            <a:pPr algn="l" marL="311051" indent="-155525" lvl="1">
              <a:lnSpc>
                <a:spcPts val="1812"/>
              </a:lnSpc>
            </a:pPr>
          </a:p>
          <a:p>
            <a:pPr algn="l" marL="311051" indent="-155525" lvl="1">
              <a:lnSpc>
                <a:spcPts val="18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Encrypted data communication</a:t>
            </a:r>
          </a:p>
          <a:p>
            <a:pPr algn="l" marL="311051" indent="-155525" lvl="1">
              <a:lnSpc>
                <a:spcPts val="1812"/>
              </a:lnSpc>
            </a:pPr>
          </a:p>
          <a:p>
            <a:pPr algn="l" marL="311051" indent="-155525" lvl="1">
              <a:lnSpc>
                <a:spcPts val="18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JWT-based authentication</a:t>
            </a:r>
          </a:p>
          <a:p>
            <a:pPr algn="l" marL="311051" indent="-155525" lvl="1">
              <a:lnSpc>
                <a:spcPts val="1812"/>
              </a:lnSpc>
            </a:pPr>
          </a:p>
          <a:p>
            <a:pPr algn="l" marL="311051" indent="-155525" lvl="1">
              <a:lnSpc>
                <a:spcPts val="18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Secure session handling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33512" y="5379663"/>
            <a:ext cx="2586780" cy="12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312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Feature Enhancements: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33512" y="6304493"/>
            <a:ext cx="12341571" cy="111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18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Recruiter account module</a:t>
            </a:r>
          </a:p>
          <a:p>
            <a:pPr algn="l" marL="311051" indent="-155525" lvl="1">
              <a:lnSpc>
                <a:spcPts val="1812"/>
              </a:lnSpc>
            </a:pPr>
          </a:p>
          <a:p>
            <a:pPr algn="l" marL="311051" indent="-155525" lvl="1">
              <a:lnSpc>
                <a:spcPts val="18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Real-time job alerts &amp; notifications</a:t>
            </a:r>
          </a:p>
          <a:p>
            <a:pPr algn="l" marL="311051" indent="-155525" lvl="1">
              <a:lnSpc>
                <a:spcPts val="1812"/>
              </a:lnSpc>
            </a:pPr>
          </a:p>
          <a:p>
            <a:pPr algn="l" marL="311051" indent="-155525" lvl="1">
              <a:lnSpc>
                <a:spcPts val="18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Application tracking dashboard</a:t>
            </a:r>
          </a:p>
          <a:p>
            <a:pPr algn="l" marL="311051" indent="-155525" lvl="1">
              <a:lnSpc>
                <a:spcPts val="1812"/>
              </a:lnSpc>
            </a:pPr>
          </a:p>
          <a:p>
            <a:pPr algn="l" marL="311051" indent="-155525" lvl="1">
              <a:lnSpc>
                <a:spcPts val="18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Interview scheduling system</a:t>
            </a:r>
          </a:p>
          <a:p>
            <a:pPr algn="l" marL="311051" indent="-155525" lvl="1">
              <a:lnSpc>
                <a:spcPts val="1812"/>
              </a:lnSpc>
            </a:pPr>
          </a:p>
          <a:p>
            <a:pPr algn="l" marL="311051" indent="-155525" lvl="1">
              <a:lnSpc>
                <a:spcPts val="1812"/>
              </a:lnSpc>
              <a:buFont typeface="Arial"/>
              <a:buChar char="•"/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Analytics &amp; performance insights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30761" y="807091"/>
            <a:ext cx="5278193" cy="20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Project Impact &amp;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3395" y="1537354"/>
            <a:ext cx="2305793" cy="21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Academic Impact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2640" y="2045865"/>
            <a:ext cx="5723553" cy="963787"/>
            <a:chOff x="0" y="0"/>
            <a:chExt cx="7631405" cy="1285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7606030" cy="1259586"/>
            </a:xfrm>
            <a:custGeom>
              <a:avLst/>
              <a:gdLst/>
              <a:ahLst/>
              <a:cxnLst/>
              <a:rect r="r" b="b" t="t" l="l"/>
              <a:pathLst>
                <a:path h="1259586" w="7606030">
                  <a:moveTo>
                    <a:pt x="0" y="94742"/>
                  </a:moveTo>
                  <a:cubicBezTo>
                    <a:pt x="0" y="42418"/>
                    <a:pt x="43180" y="0"/>
                    <a:pt x="96393" y="0"/>
                  </a:cubicBezTo>
                  <a:lnTo>
                    <a:pt x="7509637" y="0"/>
                  </a:lnTo>
                  <a:cubicBezTo>
                    <a:pt x="7562850" y="0"/>
                    <a:pt x="7606030" y="42418"/>
                    <a:pt x="7606030" y="94742"/>
                  </a:cubicBezTo>
                  <a:lnTo>
                    <a:pt x="7606030" y="1164844"/>
                  </a:lnTo>
                  <a:cubicBezTo>
                    <a:pt x="7606030" y="1217168"/>
                    <a:pt x="7562850" y="1259586"/>
                    <a:pt x="7509637" y="1259586"/>
                  </a:cubicBezTo>
                  <a:lnTo>
                    <a:pt x="96393" y="1259586"/>
                  </a:lnTo>
                  <a:cubicBezTo>
                    <a:pt x="43180" y="1259713"/>
                    <a:pt x="0" y="1217295"/>
                    <a:pt x="0" y="1164844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31430" cy="1284986"/>
            </a:xfrm>
            <a:custGeom>
              <a:avLst/>
              <a:gdLst/>
              <a:ahLst/>
              <a:cxnLst/>
              <a:rect r="r" b="b" t="t" l="l"/>
              <a:pathLst>
                <a:path h="1284986" w="7631430">
                  <a:moveTo>
                    <a:pt x="0" y="107442"/>
                  </a:moveTo>
                  <a:cubicBezTo>
                    <a:pt x="0" y="47879"/>
                    <a:pt x="49022" y="0"/>
                    <a:pt x="109093" y="0"/>
                  </a:cubicBezTo>
                  <a:lnTo>
                    <a:pt x="7522337" y="0"/>
                  </a:lnTo>
                  <a:lnTo>
                    <a:pt x="7522337" y="12700"/>
                  </a:lnTo>
                  <a:lnTo>
                    <a:pt x="7522337" y="0"/>
                  </a:lnTo>
                  <a:cubicBezTo>
                    <a:pt x="7582408" y="0"/>
                    <a:pt x="7631430" y="47879"/>
                    <a:pt x="7631430" y="107442"/>
                  </a:cubicBezTo>
                  <a:lnTo>
                    <a:pt x="7618730" y="107442"/>
                  </a:lnTo>
                  <a:lnTo>
                    <a:pt x="7631430" y="107442"/>
                  </a:lnTo>
                  <a:lnTo>
                    <a:pt x="7631430" y="1177544"/>
                  </a:lnTo>
                  <a:lnTo>
                    <a:pt x="7618730" y="1177544"/>
                  </a:lnTo>
                  <a:lnTo>
                    <a:pt x="7631430" y="1177544"/>
                  </a:lnTo>
                  <a:cubicBezTo>
                    <a:pt x="7631430" y="1237107"/>
                    <a:pt x="7582408" y="1284986"/>
                    <a:pt x="7522337" y="1284986"/>
                  </a:cubicBezTo>
                  <a:lnTo>
                    <a:pt x="7522337" y="1272286"/>
                  </a:lnTo>
                  <a:lnTo>
                    <a:pt x="7522337" y="1284986"/>
                  </a:lnTo>
                  <a:lnTo>
                    <a:pt x="109093" y="1284986"/>
                  </a:lnTo>
                  <a:lnTo>
                    <a:pt x="109093" y="1272286"/>
                  </a:lnTo>
                  <a:lnTo>
                    <a:pt x="109093" y="1284986"/>
                  </a:lnTo>
                  <a:cubicBezTo>
                    <a:pt x="49022" y="1285113"/>
                    <a:pt x="0" y="1237107"/>
                    <a:pt x="0" y="1177544"/>
                  </a:cubicBezTo>
                  <a:lnTo>
                    <a:pt x="0" y="107442"/>
                  </a:lnTo>
                  <a:lnTo>
                    <a:pt x="12700" y="107442"/>
                  </a:lnTo>
                  <a:lnTo>
                    <a:pt x="0" y="107442"/>
                  </a:lnTo>
                  <a:moveTo>
                    <a:pt x="25400" y="107442"/>
                  </a:moveTo>
                  <a:lnTo>
                    <a:pt x="25400" y="1177544"/>
                  </a:lnTo>
                  <a:lnTo>
                    <a:pt x="12700" y="1177544"/>
                  </a:lnTo>
                  <a:lnTo>
                    <a:pt x="25400" y="1177544"/>
                  </a:lnTo>
                  <a:cubicBezTo>
                    <a:pt x="25400" y="1222629"/>
                    <a:pt x="62611" y="1259586"/>
                    <a:pt x="109093" y="1259586"/>
                  </a:cubicBezTo>
                  <a:lnTo>
                    <a:pt x="7522337" y="1259586"/>
                  </a:lnTo>
                  <a:cubicBezTo>
                    <a:pt x="7568692" y="1259586"/>
                    <a:pt x="7606030" y="1222629"/>
                    <a:pt x="7606030" y="1177544"/>
                  </a:cubicBezTo>
                  <a:lnTo>
                    <a:pt x="7606030" y="107442"/>
                  </a:lnTo>
                  <a:cubicBezTo>
                    <a:pt x="7606030" y="62357"/>
                    <a:pt x="7568819" y="25400"/>
                    <a:pt x="7522337" y="25400"/>
                  </a:cubicBezTo>
                  <a:lnTo>
                    <a:pt x="109093" y="25400"/>
                  </a:lnTo>
                  <a:lnTo>
                    <a:pt x="109093" y="12700"/>
                  </a:lnTo>
                  <a:lnTo>
                    <a:pt x="109093" y="25400"/>
                  </a:lnTo>
                  <a:cubicBezTo>
                    <a:pt x="62611" y="25400"/>
                    <a:pt x="25400" y="62357"/>
                    <a:pt x="25400" y="107442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26277" y="2349398"/>
            <a:ext cx="2243585" cy="19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2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Full-Stack Development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6277" y="2694384"/>
            <a:ext cx="4770539" cy="16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Modern web development practices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2505" y="3253530"/>
            <a:ext cx="5724249" cy="921534"/>
            <a:chOff x="0" y="0"/>
            <a:chExt cx="7632332" cy="12287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7606919" cy="1203452"/>
            </a:xfrm>
            <a:custGeom>
              <a:avLst/>
              <a:gdLst/>
              <a:ahLst/>
              <a:cxnLst/>
              <a:rect r="r" b="b" t="t" l="l"/>
              <a:pathLst>
                <a:path h="1203452" w="7606919">
                  <a:moveTo>
                    <a:pt x="0" y="90551"/>
                  </a:moveTo>
                  <a:cubicBezTo>
                    <a:pt x="0" y="40513"/>
                    <a:pt x="41275" y="0"/>
                    <a:pt x="92075" y="0"/>
                  </a:cubicBezTo>
                  <a:lnTo>
                    <a:pt x="7514844" y="0"/>
                  </a:lnTo>
                  <a:cubicBezTo>
                    <a:pt x="7565771" y="0"/>
                    <a:pt x="7606919" y="40513"/>
                    <a:pt x="7606919" y="90551"/>
                  </a:cubicBezTo>
                  <a:lnTo>
                    <a:pt x="7606919" y="1112901"/>
                  </a:lnTo>
                  <a:cubicBezTo>
                    <a:pt x="7606919" y="1162939"/>
                    <a:pt x="7565644" y="1203452"/>
                    <a:pt x="7514844" y="1203452"/>
                  </a:cubicBezTo>
                  <a:lnTo>
                    <a:pt x="92075" y="1203452"/>
                  </a:lnTo>
                  <a:cubicBezTo>
                    <a:pt x="41275" y="1203325"/>
                    <a:pt x="0" y="1162812"/>
                    <a:pt x="0" y="1112774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32319" cy="1228852"/>
            </a:xfrm>
            <a:custGeom>
              <a:avLst/>
              <a:gdLst/>
              <a:ahLst/>
              <a:cxnLst/>
              <a:rect r="r" b="b" t="t" l="l"/>
              <a:pathLst>
                <a:path h="1228852" w="7632319">
                  <a:moveTo>
                    <a:pt x="0" y="103251"/>
                  </a:moveTo>
                  <a:cubicBezTo>
                    <a:pt x="0" y="45974"/>
                    <a:pt x="47117" y="0"/>
                    <a:pt x="104775" y="0"/>
                  </a:cubicBezTo>
                  <a:lnTo>
                    <a:pt x="7527544" y="0"/>
                  </a:lnTo>
                  <a:lnTo>
                    <a:pt x="7527544" y="12700"/>
                  </a:lnTo>
                  <a:lnTo>
                    <a:pt x="7527544" y="0"/>
                  </a:lnTo>
                  <a:cubicBezTo>
                    <a:pt x="7585201" y="0"/>
                    <a:pt x="7632319" y="45974"/>
                    <a:pt x="7632319" y="103251"/>
                  </a:cubicBezTo>
                  <a:lnTo>
                    <a:pt x="7619619" y="103251"/>
                  </a:lnTo>
                  <a:lnTo>
                    <a:pt x="7632319" y="103251"/>
                  </a:lnTo>
                  <a:lnTo>
                    <a:pt x="7632319" y="1125601"/>
                  </a:lnTo>
                  <a:lnTo>
                    <a:pt x="7619619" y="1125601"/>
                  </a:lnTo>
                  <a:lnTo>
                    <a:pt x="7632319" y="1125601"/>
                  </a:lnTo>
                  <a:cubicBezTo>
                    <a:pt x="7632319" y="1182751"/>
                    <a:pt x="7585201" y="1228852"/>
                    <a:pt x="7527544" y="1228852"/>
                  </a:cubicBezTo>
                  <a:lnTo>
                    <a:pt x="7527544" y="1216152"/>
                  </a:lnTo>
                  <a:lnTo>
                    <a:pt x="7527544" y="1228852"/>
                  </a:lnTo>
                  <a:lnTo>
                    <a:pt x="104775" y="1228852"/>
                  </a:lnTo>
                  <a:lnTo>
                    <a:pt x="104775" y="1216152"/>
                  </a:lnTo>
                  <a:lnTo>
                    <a:pt x="104775" y="1228852"/>
                  </a:lnTo>
                  <a:cubicBezTo>
                    <a:pt x="47117" y="1228725"/>
                    <a:pt x="0" y="1182751"/>
                    <a:pt x="0" y="1125474"/>
                  </a:cubicBezTo>
                  <a:lnTo>
                    <a:pt x="0" y="103251"/>
                  </a:lnTo>
                  <a:lnTo>
                    <a:pt x="12700" y="103251"/>
                  </a:lnTo>
                  <a:lnTo>
                    <a:pt x="0" y="103251"/>
                  </a:lnTo>
                  <a:moveTo>
                    <a:pt x="25400" y="103251"/>
                  </a:moveTo>
                  <a:lnTo>
                    <a:pt x="25400" y="1125601"/>
                  </a:lnTo>
                  <a:lnTo>
                    <a:pt x="12700" y="1125601"/>
                  </a:lnTo>
                  <a:lnTo>
                    <a:pt x="25400" y="1125601"/>
                  </a:lnTo>
                  <a:cubicBezTo>
                    <a:pt x="25400" y="1168400"/>
                    <a:pt x="60706" y="1203452"/>
                    <a:pt x="104775" y="1203452"/>
                  </a:cubicBezTo>
                  <a:lnTo>
                    <a:pt x="7527544" y="1203452"/>
                  </a:lnTo>
                  <a:cubicBezTo>
                    <a:pt x="7571612" y="1203452"/>
                    <a:pt x="7606919" y="1168400"/>
                    <a:pt x="7606919" y="1125601"/>
                  </a:cubicBezTo>
                  <a:lnTo>
                    <a:pt x="7606919" y="103251"/>
                  </a:lnTo>
                  <a:cubicBezTo>
                    <a:pt x="7606919" y="60452"/>
                    <a:pt x="7571612" y="25400"/>
                    <a:pt x="7527544" y="25400"/>
                  </a:cubicBezTo>
                  <a:lnTo>
                    <a:pt x="104775" y="25400"/>
                  </a:lnTo>
                  <a:lnTo>
                    <a:pt x="104775" y="12700"/>
                  </a:lnTo>
                  <a:lnTo>
                    <a:pt x="104775" y="25400"/>
                  </a:lnTo>
                  <a:cubicBezTo>
                    <a:pt x="60706" y="25400"/>
                    <a:pt x="25400" y="60452"/>
                    <a:pt x="25400" y="103251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86018" y="3471986"/>
            <a:ext cx="1921516" cy="19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2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AI System Design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6018" y="3803209"/>
            <a:ext cx="4770539" cy="16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Recommendation algorithms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2640" y="4391406"/>
            <a:ext cx="5683977" cy="914781"/>
            <a:chOff x="0" y="0"/>
            <a:chExt cx="7578636" cy="12197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2700"/>
              <a:ext cx="7553198" cy="1194308"/>
            </a:xfrm>
            <a:custGeom>
              <a:avLst/>
              <a:gdLst/>
              <a:ahLst/>
              <a:cxnLst/>
              <a:rect r="r" b="b" t="t" l="l"/>
              <a:pathLst>
                <a:path h="1194308" w="7553198">
                  <a:moveTo>
                    <a:pt x="0" y="89789"/>
                  </a:moveTo>
                  <a:cubicBezTo>
                    <a:pt x="0" y="40259"/>
                    <a:pt x="40894" y="0"/>
                    <a:pt x="91440" y="0"/>
                  </a:cubicBezTo>
                  <a:lnTo>
                    <a:pt x="7461758" y="0"/>
                  </a:lnTo>
                  <a:cubicBezTo>
                    <a:pt x="7512303" y="0"/>
                    <a:pt x="7553198" y="40259"/>
                    <a:pt x="7553198" y="89789"/>
                  </a:cubicBezTo>
                  <a:lnTo>
                    <a:pt x="7553198" y="1104519"/>
                  </a:lnTo>
                  <a:cubicBezTo>
                    <a:pt x="7553198" y="1154176"/>
                    <a:pt x="7512303" y="1194308"/>
                    <a:pt x="7461758" y="1194308"/>
                  </a:cubicBezTo>
                  <a:lnTo>
                    <a:pt x="91440" y="1194308"/>
                  </a:lnTo>
                  <a:cubicBezTo>
                    <a:pt x="40894" y="1194308"/>
                    <a:pt x="0" y="1154049"/>
                    <a:pt x="0" y="110451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78598" cy="1219708"/>
            </a:xfrm>
            <a:custGeom>
              <a:avLst/>
              <a:gdLst/>
              <a:ahLst/>
              <a:cxnLst/>
              <a:rect r="r" b="b" t="t" l="l"/>
              <a:pathLst>
                <a:path h="1219708" w="7578598">
                  <a:moveTo>
                    <a:pt x="0" y="102489"/>
                  </a:moveTo>
                  <a:cubicBezTo>
                    <a:pt x="0" y="45720"/>
                    <a:pt x="46863" y="0"/>
                    <a:pt x="104140" y="0"/>
                  </a:cubicBezTo>
                  <a:lnTo>
                    <a:pt x="7474458" y="0"/>
                  </a:lnTo>
                  <a:lnTo>
                    <a:pt x="7474458" y="12700"/>
                  </a:lnTo>
                  <a:lnTo>
                    <a:pt x="7474458" y="0"/>
                  </a:lnTo>
                  <a:cubicBezTo>
                    <a:pt x="7531735" y="0"/>
                    <a:pt x="7578598" y="45720"/>
                    <a:pt x="7578598" y="102489"/>
                  </a:cubicBezTo>
                  <a:lnTo>
                    <a:pt x="7565898" y="102489"/>
                  </a:lnTo>
                  <a:lnTo>
                    <a:pt x="7578598" y="102489"/>
                  </a:lnTo>
                  <a:lnTo>
                    <a:pt x="7578598" y="1117219"/>
                  </a:lnTo>
                  <a:lnTo>
                    <a:pt x="7565898" y="1117219"/>
                  </a:lnTo>
                  <a:lnTo>
                    <a:pt x="7578598" y="1117219"/>
                  </a:lnTo>
                  <a:cubicBezTo>
                    <a:pt x="7578598" y="1174115"/>
                    <a:pt x="7531735" y="1219708"/>
                    <a:pt x="7474458" y="1219708"/>
                  </a:cubicBezTo>
                  <a:lnTo>
                    <a:pt x="7474458" y="1207008"/>
                  </a:lnTo>
                  <a:lnTo>
                    <a:pt x="7474458" y="1219708"/>
                  </a:lnTo>
                  <a:lnTo>
                    <a:pt x="104140" y="1219708"/>
                  </a:lnTo>
                  <a:lnTo>
                    <a:pt x="104140" y="1207008"/>
                  </a:lnTo>
                  <a:lnTo>
                    <a:pt x="104140" y="1219708"/>
                  </a:lnTo>
                  <a:cubicBezTo>
                    <a:pt x="46863" y="1219708"/>
                    <a:pt x="0" y="1173988"/>
                    <a:pt x="0" y="1117219"/>
                  </a:cubicBezTo>
                  <a:lnTo>
                    <a:pt x="0" y="102489"/>
                  </a:lnTo>
                  <a:lnTo>
                    <a:pt x="12700" y="102489"/>
                  </a:lnTo>
                  <a:lnTo>
                    <a:pt x="0" y="102489"/>
                  </a:lnTo>
                  <a:moveTo>
                    <a:pt x="25400" y="102489"/>
                  </a:moveTo>
                  <a:lnTo>
                    <a:pt x="25400" y="1117219"/>
                  </a:lnTo>
                  <a:lnTo>
                    <a:pt x="12700" y="1117219"/>
                  </a:lnTo>
                  <a:lnTo>
                    <a:pt x="25400" y="1117219"/>
                  </a:lnTo>
                  <a:cubicBezTo>
                    <a:pt x="25400" y="1159637"/>
                    <a:pt x="60452" y="1194308"/>
                    <a:pt x="104140" y="1194308"/>
                  </a:cubicBezTo>
                  <a:lnTo>
                    <a:pt x="7474458" y="1194308"/>
                  </a:lnTo>
                  <a:cubicBezTo>
                    <a:pt x="7518146" y="1194308"/>
                    <a:pt x="7553198" y="1159510"/>
                    <a:pt x="7553198" y="1117219"/>
                  </a:cubicBezTo>
                  <a:lnTo>
                    <a:pt x="7553198" y="102489"/>
                  </a:lnTo>
                  <a:cubicBezTo>
                    <a:pt x="7553198" y="60071"/>
                    <a:pt x="7518146" y="25400"/>
                    <a:pt x="7474458" y="25400"/>
                  </a:cubicBezTo>
                  <a:lnTo>
                    <a:pt x="104140" y="25400"/>
                  </a:lnTo>
                  <a:lnTo>
                    <a:pt x="104140" y="12700"/>
                  </a:lnTo>
                  <a:lnTo>
                    <a:pt x="104140" y="25400"/>
                  </a:lnTo>
                  <a:cubicBezTo>
                    <a:pt x="60452" y="25400"/>
                    <a:pt x="25400" y="60198"/>
                    <a:pt x="25400" y="102489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26277" y="4689472"/>
            <a:ext cx="2023615" cy="19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2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Software Engineering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6277" y="5049803"/>
            <a:ext cx="4770539" cy="16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Real-world architecture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13541" y="1533668"/>
            <a:ext cx="2305793" cy="21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User Impact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096165" y="2048913"/>
            <a:ext cx="6134776" cy="960501"/>
            <a:chOff x="0" y="0"/>
            <a:chExt cx="8179702" cy="12806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8154289" cy="1255268"/>
            </a:xfrm>
            <a:custGeom>
              <a:avLst/>
              <a:gdLst/>
              <a:ahLst/>
              <a:cxnLst/>
              <a:rect r="r" b="b" t="t" l="l"/>
              <a:pathLst>
                <a:path h="1255268" w="8154289">
                  <a:moveTo>
                    <a:pt x="0" y="94361"/>
                  </a:moveTo>
                  <a:cubicBezTo>
                    <a:pt x="0" y="42291"/>
                    <a:pt x="43053" y="0"/>
                    <a:pt x="96012" y="0"/>
                  </a:cubicBezTo>
                  <a:lnTo>
                    <a:pt x="8058277" y="0"/>
                  </a:lnTo>
                  <a:cubicBezTo>
                    <a:pt x="8111363" y="0"/>
                    <a:pt x="8154289" y="42291"/>
                    <a:pt x="8154289" y="94361"/>
                  </a:cubicBezTo>
                  <a:lnTo>
                    <a:pt x="8154289" y="1160907"/>
                  </a:lnTo>
                  <a:cubicBezTo>
                    <a:pt x="8154289" y="1213104"/>
                    <a:pt x="8111236" y="1255268"/>
                    <a:pt x="8058277" y="1255268"/>
                  </a:cubicBezTo>
                  <a:lnTo>
                    <a:pt x="96012" y="1255268"/>
                  </a:lnTo>
                  <a:cubicBezTo>
                    <a:pt x="43053" y="1255268"/>
                    <a:pt x="0" y="1212977"/>
                    <a:pt x="0" y="116090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79689" cy="1280668"/>
            </a:xfrm>
            <a:custGeom>
              <a:avLst/>
              <a:gdLst/>
              <a:ahLst/>
              <a:cxnLst/>
              <a:rect r="r" b="b" t="t" l="l"/>
              <a:pathLst>
                <a:path h="1280668" w="8179689">
                  <a:moveTo>
                    <a:pt x="0" y="107061"/>
                  </a:moveTo>
                  <a:cubicBezTo>
                    <a:pt x="0" y="47752"/>
                    <a:pt x="48895" y="0"/>
                    <a:pt x="108712" y="0"/>
                  </a:cubicBezTo>
                  <a:lnTo>
                    <a:pt x="8070977" y="0"/>
                  </a:lnTo>
                  <a:lnTo>
                    <a:pt x="8070977" y="12700"/>
                  </a:lnTo>
                  <a:lnTo>
                    <a:pt x="8070977" y="0"/>
                  </a:lnTo>
                  <a:cubicBezTo>
                    <a:pt x="8130794" y="0"/>
                    <a:pt x="8179689" y="47752"/>
                    <a:pt x="8179689" y="107061"/>
                  </a:cubicBezTo>
                  <a:lnTo>
                    <a:pt x="8166989" y="107061"/>
                  </a:lnTo>
                  <a:lnTo>
                    <a:pt x="8179689" y="107061"/>
                  </a:lnTo>
                  <a:lnTo>
                    <a:pt x="8179689" y="1173607"/>
                  </a:lnTo>
                  <a:lnTo>
                    <a:pt x="8166989" y="1173607"/>
                  </a:lnTo>
                  <a:lnTo>
                    <a:pt x="8179689" y="1173607"/>
                  </a:lnTo>
                  <a:cubicBezTo>
                    <a:pt x="8179689" y="1232916"/>
                    <a:pt x="8130794" y="1280668"/>
                    <a:pt x="8070977" y="1280668"/>
                  </a:cubicBezTo>
                  <a:lnTo>
                    <a:pt x="8070977" y="1267968"/>
                  </a:lnTo>
                  <a:lnTo>
                    <a:pt x="8070977" y="1280668"/>
                  </a:lnTo>
                  <a:lnTo>
                    <a:pt x="108712" y="1280668"/>
                  </a:lnTo>
                  <a:lnTo>
                    <a:pt x="108712" y="1267968"/>
                  </a:lnTo>
                  <a:lnTo>
                    <a:pt x="108712" y="1280668"/>
                  </a:lnTo>
                  <a:cubicBezTo>
                    <a:pt x="48895" y="1280668"/>
                    <a:pt x="0" y="1232916"/>
                    <a:pt x="0" y="1173607"/>
                  </a:cubicBezTo>
                  <a:lnTo>
                    <a:pt x="0" y="107061"/>
                  </a:lnTo>
                  <a:lnTo>
                    <a:pt x="12700" y="107061"/>
                  </a:lnTo>
                  <a:lnTo>
                    <a:pt x="0" y="107061"/>
                  </a:lnTo>
                  <a:moveTo>
                    <a:pt x="25400" y="107061"/>
                  </a:moveTo>
                  <a:lnTo>
                    <a:pt x="25400" y="1173607"/>
                  </a:lnTo>
                  <a:lnTo>
                    <a:pt x="12700" y="1173607"/>
                  </a:lnTo>
                  <a:lnTo>
                    <a:pt x="25400" y="1173607"/>
                  </a:lnTo>
                  <a:cubicBezTo>
                    <a:pt x="25400" y="1218565"/>
                    <a:pt x="62484" y="1255268"/>
                    <a:pt x="108712" y="1255268"/>
                  </a:cubicBezTo>
                  <a:lnTo>
                    <a:pt x="8070977" y="1255268"/>
                  </a:lnTo>
                  <a:cubicBezTo>
                    <a:pt x="8117205" y="1255268"/>
                    <a:pt x="8154289" y="1218438"/>
                    <a:pt x="8154289" y="1173607"/>
                  </a:cubicBezTo>
                  <a:lnTo>
                    <a:pt x="8154289" y="107061"/>
                  </a:lnTo>
                  <a:cubicBezTo>
                    <a:pt x="8154289" y="62103"/>
                    <a:pt x="8117205" y="25400"/>
                    <a:pt x="8070977" y="25400"/>
                  </a:cubicBezTo>
                  <a:lnTo>
                    <a:pt x="108712" y="25400"/>
                  </a:lnTo>
                  <a:lnTo>
                    <a:pt x="108712" y="12700"/>
                  </a:lnTo>
                  <a:lnTo>
                    <a:pt x="108712" y="25400"/>
                  </a:lnTo>
                  <a:cubicBezTo>
                    <a:pt x="62484" y="25400"/>
                    <a:pt x="25400" y="62230"/>
                    <a:pt x="25400" y="107061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513541" y="2289267"/>
            <a:ext cx="1921516" cy="19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2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Career Guidance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14522" y="2680859"/>
            <a:ext cx="4770539" cy="16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Personalized recommendations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096165" y="3297688"/>
            <a:ext cx="6134776" cy="877386"/>
            <a:chOff x="0" y="0"/>
            <a:chExt cx="8179702" cy="11698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2700" y="12700"/>
              <a:ext cx="8154288" cy="1144524"/>
            </a:xfrm>
            <a:custGeom>
              <a:avLst/>
              <a:gdLst/>
              <a:ahLst/>
              <a:cxnLst/>
              <a:rect r="r" b="b" t="t" l="l"/>
              <a:pathLst>
                <a:path h="1144524" w="8154288">
                  <a:moveTo>
                    <a:pt x="0" y="86106"/>
                  </a:moveTo>
                  <a:cubicBezTo>
                    <a:pt x="0" y="38481"/>
                    <a:pt x="39243" y="0"/>
                    <a:pt x="87757" y="0"/>
                  </a:cubicBezTo>
                  <a:lnTo>
                    <a:pt x="8066532" y="0"/>
                  </a:lnTo>
                  <a:cubicBezTo>
                    <a:pt x="8114919" y="0"/>
                    <a:pt x="8154288" y="38481"/>
                    <a:pt x="8154288" y="86106"/>
                  </a:cubicBezTo>
                  <a:lnTo>
                    <a:pt x="8154288" y="1058418"/>
                  </a:lnTo>
                  <a:cubicBezTo>
                    <a:pt x="8154288" y="1105916"/>
                    <a:pt x="8115046" y="1144524"/>
                    <a:pt x="8066532" y="1144524"/>
                  </a:cubicBezTo>
                  <a:lnTo>
                    <a:pt x="87757" y="1144524"/>
                  </a:lnTo>
                  <a:cubicBezTo>
                    <a:pt x="39243" y="1144397"/>
                    <a:pt x="0" y="1105916"/>
                    <a:pt x="0" y="105841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79688" cy="1169924"/>
            </a:xfrm>
            <a:custGeom>
              <a:avLst/>
              <a:gdLst/>
              <a:ahLst/>
              <a:cxnLst/>
              <a:rect r="r" b="b" t="t" l="l"/>
              <a:pathLst>
                <a:path h="1169924" w="8179688">
                  <a:moveTo>
                    <a:pt x="0" y="98806"/>
                  </a:moveTo>
                  <a:cubicBezTo>
                    <a:pt x="0" y="43942"/>
                    <a:pt x="45212" y="0"/>
                    <a:pt x="100457" y="0"/>
                  </a:cubicBezTo>
                  <a:lnTo>
                    <a:pt x="8079232" y="0"/>
                  </a:lnTo>
                  <a:lnTo>
                    <a:pt x="8079232" y="12700"/>
                  </a:lnTo>
                  <a:lnTo>
                    <a:pt x="8079232" y="0"/>
                  </a:lnTo>
                  <a:cubicBezTo>
                    <a:pt x="8134476" y="0"/>
                    <a:pt x="8179688" y="43942"/>
                    <a:pt x="8179688" y="98806"/>
                  </a:cubicBezTo>
                  <a:lnTo>
                    <a:pt x="8166988" y="98806"/>
                  </a:lnTo>
                  <a:lnTo>
                    <a:pt x="8179688" y="98806"/>
                  </a:lnTo>
                  <a:lnTo>
                    <a:pt x="8179688" y="1071118"/>
                  </a:lnTo>
                  <a:lnTo>
                    <a:pt x="8166988" y="1071118"/>
                  </a:lnTo>
                  <a:lnTo>
                    <a:pt x="8179688" y="1071118"/>
                  </a:lnTo>
                  <a:cubicBezTo>
                    <a:pt x="8179688" y="1125855"/>
                    <a:pt x="8134476" y="1169924"/>
                    <a:pt x="8079232" y="1169924"/>
                  </a:cubicBezTo>
                  <a:lnTo>
                    <a:pt x="8079232" y="1157224"/>
                  </a:lnTo>
                  <a:lnTo>
                    <a:pt x="8079232" y="1169924"/>
                  </a:lnTo>
                  <a:lnTo>
                    <a:pt x="100457" y="1169924"/>
                  </a:lnTo>
                  <a:lnTo>
                    <a:pt x="100457" y="1157224"/>
                  </a:lnTo>
                  <a:lnTo>
                    <a:pt x="100457" y="1169924"/>
                  </a:lnTo>
                  <a:cubicBezTo>
                    <a:pt x="45212" y="1169797"/>
                    <a:pt x="0" y="1125855"/>
                    <a:pt x="0" y="1071118"/>
                  </a:cubicBezTo>
                  <a:lnTo>
                    <a:pt x="0" y="98806"/>
                  </a:lnTo>
                  <a:lnTo>
                    <a:pt x="12700" y="98806"/>
                  </a:lnTo>
                  <a:lnTo>
                    <a:pt x="0" y="98806"/>
                  </a:lnTo>
                  <a:moveTo>
                    <a:pt x="25400" y="98806"/>
                  </a:moveTo>
                  <a:lnTo>
                    <a:pt x="25400" y="1071118"/>
                  </a:lnTo>
                  <a:lnTo>
                    <a:pt x="12700" y="1071118"/>
                  </a:lnTo>
                  <a:lnTo>
                    <a:pt x="25400" y="1071118"/>
                  </a:lnTo>
                  <a:cubicBezTo>
                    <a:pt x="25400" y="1111377"/>
                    <a:pt x="58801" y="1144524"/>
                    <a:pt x="100457" y="1144524"/>
                  </a:cubicBezTo>
                  <a:lnTo>
                    <a:pt x="8079232" y="1144524"/>
                  </a:lnTo>
                  <a:cubicBezTo>
                    <a:pt x="8120888" y="1144524"/>
                    <a:pt x="8154288" y="1111504"/>
                    <a:pt x="8154288" y="1071118"/>
                  </a:cubicBezTo>
                  <a:lnTo>
                    <a:pt x="8154288" y="98806"/>
                  </a:lnTo>
                  <a:cubicBezTo>
                    <a:pt x="8154288" y="58547"/>
                    <a:pt x="8120888" y="25400"/>
                    <a:pt x="8079232" y="25400"/>
                  </a:cubicBezTo>
                  <a:lnTo>
                    <a:pt x="100457" y="25400"/>
                  </a:lnTo>
                  <a:lnTo>
                    <a:pt x="100457" y="12700"/>
                  </a:lnTo>
                  <a:lnTo>
                    <a:pt x="100457" y="25400"/>
                  </a:lnTo>
                  <a:cubicBezTo>
                    <a:pt x="58801" y="25400"/>
                    <a:pt x="25400" y="58420"/>
                    <a:pt x="25400" y="98806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9513541" y="3581410"/>
            <a:ext cx="1921516" cy="19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2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Smart Discovery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13541" y="3941102"/>
            <a:ext cx="4770539" cy="16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Efficient job matching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096165" y="4432849"/>
            <a:ext cx="6134776" cy="877338"/>
            <a:chOff x="0" y="0"/>
            <a:chExt cx="8179702" cy="11697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2700" y="12700"/>
              <a:ext cx="8154288" cy="1144397"/>
            </a:xfrm>
            <a:custGeom>
              <a:avLst/>
              <a:gdLst/>
              <a:ahLst/>
              <a:cxnLst/>
              <a:rect r="r" b="b" t="t" l="l"/>
              <a:pathLst>
                <a:path h="1144397" w="8154288">
                  <a:moveTo>
                    <a:pt x="0" y="86106"/>
                  </a:moveTo>
                  <a:cubicBezTo>
                    <a:pt x="0" y="38481"/>
                    <a:pt x="39243" y="0"/>
                    <a:pt x="87757" y="0"/>
                  </a:cubicBezTo>
                  <a:lnTo>
                    <a:pt x="8066532" y="0"/>
                  </a:lnTo>
                  <a:cubicBezTo>
                    <a:pt x="8114919" y="0"/>
                    <a:pt x="8154288" y="38481"/>
                    <a:pt x="8154288" y="86106"/>
                  </a:cubicBezTo>
                  <a:lnTo>
                    <a:pt x="8154288" y="1058291"/>
                  </a:lnTo>
                  <a:cubicBezTo>
                    <a:pt x="8154288" y="1105789"/>
                    <a:pt x="8115046" y="1144397"/>
                    <a:pt x="8066532" y="1144397"/>
                  </a:cubicBezTo>
                  <a:lnTo>
                    <a:pt x="87757" y="1144397"/>
                  </a:lnTo>
                  <a:cubicBezTo>
                    <a:pt x="39243" y="1144397"/>
                    <a:pt x="0" y="1105789"/>
                    <a:pt x="0" y="105829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79688" cy="1169797"/>
            </a:xfrm>
            <a:custGeom>
              <a:avLst/>
              <a:gdLst/>
              <a:ahLst/>
              <a:cxnLst/>
              <a:rect r="r" b="b" t="t" l="l"/>
              <a:pathLst>
                <a:path h="1169797" w="8179688">
                  <a:moveTo>
                    <a:pt x="0" y="98806"/>
                  </a:moveTo>
                  <a:cubicBezTo>
                    <a:pt x="0" y="43942"/>
                    <a:pt x="45212" y="0"/>
                    <a:pt x="100457" y="0"/>
                  </a:cubicBezTo>
                  <a:lnTo>
                    <a:pt x="8079232" y="0"/>
                  </a:lnTo>
                  <a:lnTo>
                    <a:pt x="8079232" y="12700"/>
                  </a:lnTo>
                  <a:lnTo>
                    <a:pt x="8079232" y="0"/>
                  </a:lnTo>
                  <a:cubicBezTo>
                    <a:pt x="8134476" y="0"/>
                    <a:pt x="8179688" y="43942"/>
                    <a:pt x="8179688" y="98806"/>
                  </a:cubicBezTo>
                  <a:lnTo>
                    <a:pt x="8166988" y="98806"/>
                  </a:lnTo>
                  <a:lnTo>
                    <a:pt x="8179688" y="98806"/>
                  </a:lnTo>
                  <a:lnTo>
                    <a:pt x="8179688" y="1070991"/>
                  </a:lnTo>
                  <a:lnTo>
                    <a:pt x="8166988" y="1070991"/>
                  </a:lnTo>
                  <a:lnTo>
                    <a:pt x="8179688" y="1070991"/>
                  </a:lnTo>
                  <a:cubicBezTo>
                    <a:pt x="8179688" y="1125728"/>
                    <a:pt x="8134476" y="1169797"/>
                    <a:pt x="8079232" y="1169797"/>
                  </a:cubicBezTo>
                  <a:lnTo>
                    <a:pt x="8079232" y="1157097"/>
                  </a:lnTo>
                  <a:lnTo>
                    <a:pt x="8079232" y="1169797"/>
                  </a:lnTo>
                  <a:lnTo>
                    <a:pt x="100457" y="1169797"/>
                  </a:lnTo>
                  <a:lnTo>
                    <a:pt x="100457" y="1157097"/>
                  </a:lnTo>
                  <a:lnTo>
                    <a:pt x="100457" y="1169797"/>
                  </a:lnTo>
                  <a:cubicBezTo>
                    <a:pt x="45212" y="1169797"/>
                    <a:pt x="0" y="1125728"/>
                    <a:pt x="0" y="1070991"/>
                  </a:cubicBezTo>
                  <a:lnTo>
                    <a:pt x="0" y="98806"/>
                  </a:lnTo>
                  <a:lnTo>
                    <a:pt x="12700" y="98806"/>
                  </a:lnTo>
                  <a:lnTo>
                    <a:pt x="0" y="98806"/>
                  </a:lnTo>
                  <a:moveTo>
                    <a:pt x="25400" y="98806"/>
                  </a:moveTo>
                  <a:lnTo>
                    <a:pt x="25400" y="1070991"/>
                  </a:lnTo>
                  <a:lnTo>
                    <a:pt x="12700" y="1070991"/>
                  </a:lnTo>
                  <a:lnTo>
                    <a:pt x="25400" y="1070991"/>
                  </a:lnTo>
                  <a:cubicBezTo>
                    <a:pt x="25400" y="1111250"/>
                    <a:pt x="58801" y="1144397"/>
                    <a:pt x="100457" y="1144397"/>
                  </a:cubicBezTo>
                  <a:lnTo>
                    <a:pt x="8079232" y="1144397"/>
                  </a:lnTo>
                  <a:cubicBezTo>
                    <a:pt x="8120888" y="1144397"/>
                    <a:pt x="8154288" y="1111377"/>
                    <a:pt x="8154288" y="1070991"/>
                  </a:cubicBezTo>
                  <a:lnTo>
                    <a:pt x="8154288" y="98806"/>
                  </a:lnTo>
                  <a:cubicBezTo>
                    <a:pt x="8154288" y="58547"/>
                    <a:pt x="8120888" y="25400"/>
                    <a:pt x="8079232" y="25400"/>
                  </a:cubicBezTo>
                  <a:lnTo>
                    <a:pt x="100457" y="25400"/>
                  </a:lnTo>
                  <a:lnTo>
                    <a:pt x="100457" y="12700"/>
                  </a:lnTo>
                  <a:lnTo>
                    <a:pt x="100457" y="25400"/>
                  </a:lnTo>
                  <a:cubicBezTo>
                    <a:pt x="58801" y="25400"/>
                    <a:pt x="25400" y="58420"/>
                    <a:pt x="25400" y="98806"/>
                  </a:cubicBezTo>
                  <a:close/>
                </a:path>
              </a:pathLst>
            </a:custGeom>
            <a:solidFill>
              <a:srgbClr val="C0C1D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9513541" y="4662640"/>
            <a:ext cx="1921516" cy="19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2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Skill Alignment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13541" y="4966992"/>
            <a:ext cx="4770539" cy="16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Accurate skill-based matching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77250" y="5606606"/>
            <a:ext cx="16202273" cy="57150"/>
            <a:chOff x="0" y="0"/>
            <a:chExt cx="21603030" cy="76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603081" cy="76200"/>
            </a:xfrm>
            <a:custGeom>
              <a:avLst/>
              <a:gdLst/>
              <a:ahLst/>
              <a:cxnLst/>
              <a:rect r="r" b="b" t="t" l="l"/>
              <a:pathLst>
                <a:path h="76200" w="21603081">
                  <a:moveTo>
                    <a:pt x="0" y="0"/>
                  </a:moveTo>
                  <a:lnTo>
                    <a:pt x="21603081" y="0"/>
                  </a:lnTo>
                  <a:lnTo>
                    <a:pt x="21603081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72525">
                <a:alpha val="2470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953395" y="6000007"/>
            <a:ext cx="2305793" cy="14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312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Conclusion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42864" y="6480658"/>
            <a:ext cx="16202273" cy="31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8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AI Job Matcher demonstrates a complete AI-based job matching platform integrating modern web technologies, structured</a:t>
            </a:r>
          </a:p>
          <a:p>
            <a:pPr algn="l">
              <a:lnSpc>
                <a:spcPts val="1437"/>
              </a:lnSpc>
            </a:pPr>
          </a:p>
          <a:p>
            <a:pPr algn="l">
              <a:lnSpc>
                <a:spcPts val="1437"/>
              </a:lnSpc>
            </a:pPr>
            <a:r>
              <a:rPr lang="en-US" sz="1874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architecture, and smart recommendation logic. Strong foundation for future AI-driven career guidance systems.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5838" y="7383370"/>
            <a:ext cx="2305793" cy="14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312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Team Contribution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76595" y="7911646"/>
            <a:ext cx="76791" cy="76791"/>
            <a:chOff x="0" y="0"/>
            <a:chExt cx="102387" cy="10238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362" cy="102362"/>
            </a:xfrm>
            <a:custGeom>
              <a:avLst/>
              <a:gdLst/>
              <a:ahLst/>
              <a:cxnLst/>
              <a:rect r="r" b="b" t="t" l="l"/>
              <a:pathLst>
                <a:path h="102362" w="102362">
                  <a:moveTo>
                    <a:pt x="0" y="51181"/>
                  </a:moveTo>
                  <a:cubicBezTo>
                    <a:pt x="0" y="22860"/>
                    <a:pt x="22860" y="0"/>
                    <a:pt x="51181" y="0"/>
                  </a:cubicBezTo>
                  <a:cubicBezTo>
                    <a:pt x="79502" y="0"/>
                    <a:pt x="102362" y="22860"/>
                    <a:pt x="102362" y="51181"/>
                  </a:cubicBezTo>
                  <a:cubicBezTo>
                    <a:pt x="102362" y="79502"/>
                    <a:pt x="79502" y="102362"/>
                    <a:pt x="51181" y="102362"/>
                  </a:cubicBezTo>
                  <a:cubicBezTo>
                    <a:pt x="22860" y="102362"/>
                    <a:pt x="0" y="79502"/>
                    <a:pt x="0" y="51181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1226277" y="7820806"/>
            <a:ext cx="3247577" cy="19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2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Frontend Development &amp; UI Design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216444" y="7884357"/>
            <a:ext cx="76791" cy="76791"/>
            <a:chOff x="0" y="0"/>
            <a:chExt cx="102387" cy="10238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362" cy="102362"/>
            </a:xfrm>
            <a:custGeom>
              <a:avLst/>
              <a:gdLst/>
              <a:ahLst/>
              <a:cxnLst/>
              <a:rect r="r" b="b" t="t" l="l"/>
              <a:pathLst>
                <a:path h="102362" w="102362">
                  <a:moveTo>
                    <a:pt x="0" y="51181"/>
                  </a:moveTo>
                  <a:cubicBezTo>
                    <a:pt x="0" y="22860"/>
                    <a:pt x="22860" y="0"/>
                    <a:pt x="51181" y="0"/>
                  </a:cubicBezTo>
                  <a:cubicBezTo>
                    <a:pt x="79502" y="0"/>
                    <a:pt x="102362" y="22860"/>
                    <a:pt x="102362" y="51181"/>
                  </a:cubicBezTo>
                  <a:cubicBezTo>
                    <a:pt x="102362" y="79502"/>
                    <a:pt x="79502" y="102362"/>
                    <a:pt x="51181" y="102362"/>
                  </a:cubicBezTo>
                  <a:cubicBezTo>
                    <a:pt x="22860" y="102362"/>
                    <a:pt x="0" y="79502"/>
                    <a:pt x="0" y="51181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6662490" y="7939135"/>
            <a:ext cx="3091758" cy="19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2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Authentication System &amp; Routing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14991" y="8426348"/>
            <a:ext cx="76791" cy="76791"/>
            <a:chOff x="0" y="0"/>
            <a:chExt cx="102387" cy="10238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362" cy="102362"/>
            </a:xfrm>
            <a:custGeom>
              <a:avLst/>
              <a:gdLst/>
              <a:ahLst/>
              <a:cxnLst/>
              <a:rect r="r" b="b" t="t" l="l"/>
              <a:pathLst>
                <a:path h="102362" w="102362">
                  <a:moveTo>
                    <a:pt x="0" y="51181"/>
                  </a:moveTo>
                  <a:cubicBezTo>
                    <a:pt x="0" y="22860"/>
                    <a:pt x="22860" y="0"/>
                    <a:pt x="51181" y="0"/>
                  </a:cubicBezTo>
                  <a:cubicBezTo>
                    <a:pt x="79502" y="0"/>
                    <a:pt x="102362" y="22860"/>
                    <a:pt x="102362" y="51181"/>
                  </a:cubicBezTo>
                  <a:cubicBezTo>
                    <a:pt x="102362" y="79502"/>
                    <a:pt x="79502" y="102362"/>
                    <a:pt x="51181" y="102362"/>
                  </a:cubicBezTo>
                  <a:cubicBezTo>
                    <a:pt x="22860" y="102362"/>
                    <a:pt x="0" y="79502"/>
                    <a:pt x="0" y="51181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1198902" y="8491404"/>
            <a:ext cx="3106188" cy="19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2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Admin Panel &amp; Data Management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6141539" y="8523361"/>
            <a:ext cx="76791" cy="76791"/>
            <a:chOff x="0" y="0"/>
            <a:chExt cx="102387" cy="10238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362" cy="102362"/>
            </a:xfrm>
            <a:custGeom>
              <a:avLst/>
              <a:gdLst/>
              <a:ahLst/>
              <a:cxnLst/>
              <a:rect r="r" b="b" t="t" l="l"/>
              <a:pathLst>
                <a:path h="102362" w="102362">
                  <a:moveTo>
                    <a:pt x="0" y="51181"/>
                  </a:moveTo>
                  <a:cubicBezTo>
                    <a:pt x="0" y="22860"/>
                    <a:pt x="22860" y="0"/>
                    <a:pt x="51181" y="0"/>
                  </a:cubicBezTo>
                  <a:cubicBezTo>
                    <a:pt x="79502" y="0"/>
                    <a:pt x="102362" y="22860"/>
                    <a:pt x="102362" y="51181"/>
                  </a:cubicBezTo>
                  <a:cubicBezTo>
                    <a:pt x="102362" y="79502"/>
                    <a:pt x="79502" y="102362"/>
                    <a:pt x="51181" y="102362"/>
                  </a:cubicBezTo>
                  <a:cubicBezTo>
                    <a:pt x="22860" y="102362"/>
                    <a:pt x="0" y="79502"/>
                    <a:pt x="0" y="51181"/>
                  </a:cubicBezTo>
                  <a:close/>
                </a:path>
              </a:pathLst>
            </a:custGeom>
            <a:solidFill>
              <a:srgbClr val="4950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5" id="55"/>
          <p:cNvSpPr txBox="true"/>
          <p:nvPr/>
        </p:nvSpPr>
        <p:spPr>
          <a:xfrm rot="0">
            <a:off x="6736242" y="8533200"/>
            <a:ext cx="2944263" cy="19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2062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Logic Implementation &amp; Testing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77250" y="8861927"/>
            <a:ext cx="5303339" cy="71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37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09083" y="9879511"/>
            <a:ext cx="10606830" cy="10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206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Project Review – I | AI Job Matcher – Smart Career Guidance Platform | Ready for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DAG_6R0Z9m8</dc:identifier>
  <dcterms:modified xsi:type="dcterms:W3CDTF">2011-08-01T06:04:30Z</dcterms:modified>
  <cp:revision>1</cp:revision>
  <dc:title>AI-Job-Matcher (3).pptx</dc:title>
</cp:coreProperties>
</file>